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A56DB"/>
                </a:solidFill>
                <a:latin typeface="Calibri"/>
              </a:rPr>
              <a:t>Our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581247" y="1188720"/>
            <a:ext cx="5029200" cy="4572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81247" y="1188720"/>
            <a:ext cx="5029200" cy="7772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81247" y="12344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Percentage of Ad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247" y="14813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MANAGEMENT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213055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VARIABLE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2368296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20% up to $30k
15% from $30k-$60k
10% above $60k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304495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MINIMUM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9847" y="3282696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$1,500 per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9847" y="395935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MONTHLY 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4197096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$15,000 maximum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487375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5111496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$1,500 per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The $1,500 minimum fee per platform acts as a floor, covering your first $7,500 in ad spend. Once you spend over $7,500, the 20% rate naturally takes over.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A56DB"/>
                </a:solidFill>
                <a:latin typeface="Calibri"/>
              </a:rPr>
              <a:t>How It Scales</a:t>
            </a:r>
          </a:p>
        </p:txBody>
      </p:sp>
      <p:pic>
        <p:nvPicPr>
          <p:cNvPr id="3" name="Picture 2" descr="proposa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7201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827"/>
                </a:solidFill>
                <a:latin typeface="Calibri"/>
              </a:rPr>
              <a:t>Your management fee scales with your ad spend. The percentage drops at $30,000 and again at $60,000 per platform. The $15,000 monthly cap means your costs are predictable even as you grow.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